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simple hook: everyone in this room used AI today - maps, spam filters, autocomplete, ChatGPT. This unit gives us the vocabulary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normal software follows rules we write. AI writes its own rules from data. That one difference explains everything else in this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myth-buster. Films show general and super AI. Business reality is narrow AI - a tool that is excellent at one narrow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 that lands well: it is very advanced autocomplete. Your phone suggests the next word; Gen AI suggests the next thousand words, and keeps them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the one to stress. The model is built to produce a fluent answer, not a true one. Fluency is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065553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Introduction to AI and Generative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662648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973544"/>
            <a:ext cx="6766560" cy="74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What artificial intelligence really is, the different types, how it learns, and where generative AI fits 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993614"/>
            <a:ext cx="9667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What is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7488" y="4993614"/>
            <a:ext cx="129852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Types &amp;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4026" y="4993614"/>
            <a:ext cx="16720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4123" y="4993614"/>
            <a:ext cx="130125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Risks &amp; Benefits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Eight short stops. By the end you should be able to explain AI to someone with no technical background.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plain-English definition and everyday examples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By capability and by the way it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AI models learn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learning styles, minus the maths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Machines that create, not just decide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single most useful comparison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Advantages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every business is investing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and limitations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Where it goes wrong, and why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Using it well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simple rule for safe, sensible 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Artificial Intelligence?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Starting with the basics - in normal language.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Software that learns from data to do jobs that used to need a human brain.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looks at large amounts of past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finds patterns in that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uses those patterns on something new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gets better as it sees more examples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one writes step-by-step rules for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Traditional software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writes the rules. Same input always gives the same output.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machine works out the rules from examples it has been shown.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 now automate judgement, not just repetitive clicking.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EVERYDAY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already use AI several times a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new or futuristic. It is already normal.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Maps and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traffic and picks the fastest route using live and historic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Streaming and 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the next show or product based on what people like you chose.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Bank fraud 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Spots a payment that does not match your normal spending and blocks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Email spam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from millions of flagged emails what junk looks like.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Face unlock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Matches the camera image to the stored pattern of your face.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assistants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your question in plain language and writes an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Types of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Two useful ways to sort it.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1 — BY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smart is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Almost every product marketed as 'AI' today is narrow AI.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88701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3233576"/>
            <a:ext cx="347472" cy="347472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Narrow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Very good at one job only. A chess engine cannot drive a car.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this is everything we use today.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7900" y="288701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61306" y="3233576"/>
            <a:ext cx="347472" cy="34747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1306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General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handle any task a human can, and switch between them.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does not exist yet.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655" y="288701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5060" y="3233576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5060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5060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beat humans at everything, including creativity.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theory and debate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2 — BY 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families you will hear named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overlap - deep learning is a branch of machine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patterns from structured data. Used for scores, forecasts and risk ratings.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Uses layered neural networks. Handles images, audio and language well.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Natural Language Processing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and writes human language. Powers chatbots and translation.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Computer Vision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pictures and video. Used in quality checks and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MODELS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to train a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'model' is simply the trained result - the file that holds everything the system learned.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Supervised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from labelled examples. 'This email is spam.'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Unsupervised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labels. Find natural groups in the data.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Reinforcement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by trial, reward and penalty.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Hide part of the data and predict it. Powers Gen AI.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 learning is the reason Gen AI arrived so quickly - it can learn from raw internet text without humans labelling it.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machines that decide to machines that create.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1014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that creates new content - text, images, audio, video or code - from a simple instruction.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925976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31002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200296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give it an instruction, called a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68694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7722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predicts the most likely next word, pixel or note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6387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5414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repeats that prediction until the output is complete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44079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3107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result is new, not copied from a database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817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70799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twice and you get two different answers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summaries, reports, code - ChatGPT, Claude, Gemini.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video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ads - Midjourney, VEO.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 in many languages.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main kinds of Gen AI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do not need to build these. You need to know which one to pick.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363545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Large Language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14103"/>
            <a:ext cx="1950643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Trained on huge amounts of text. Understand and write language. GPT, Claude, Gemini, Llama.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Diffusion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3888039"/>
            <a:ext cx="1950643" cy="1180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from visual noise and clean it up step by step into an image. Midjourney, Stable Diffusion.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Multimodal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Accept and produce more than one format - read a chart, answer in words.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Foundation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Large general models trained once, then adapted cheaply to many specific tasks.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comparison that clears up most confusion.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CORE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Two different jobs, not two competitors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work best together, not instead of each 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297975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PREDICTIVE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what is likely to happen?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a number, score or category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your own historic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is stable and repeatable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Accuracy can be measured exactly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which customers will leave next month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1348701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can you create this for me?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new content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very large public datasets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varies each time you ask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Quality is judged by a human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write the offer email to keep them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Predictive AI tells you what to expect. Generative AI helps you act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SIDE BY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Quick reference table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30" cy="344721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2563150"/>
                <a:gridCol w="4101040"/>
                <a:gridCol w="41010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Predictive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Generative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question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will happen?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can be made?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Output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Score, number, label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Text, image, audio, code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Data used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Company's own history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Very large public datasets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Same input twice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Same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Different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Judged by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against reality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Human review of quality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use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 demand, score credit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Draft content, summarise, assist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weakness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Fails when the future changes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Can state wrong things confidently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If you remember one row, remember the first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Advantages, Risks and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An honest look at both sides.</a:t>
            </a:r>
          </a:p>
        </p:txBody>
      </p:sp>
      <p:sp>
        <p:nvSpPr>
          <p:cNvPr id="10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organisations are investing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drafts, summaries and reports in minutes instead of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41372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Lower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2812152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work is handled by software, so teams handle more with the same headcount.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Always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shifts, no holidays, no drop in quality at 11 pm.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standard of output every single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Serve ten customers or ten thousand with the same system.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Better decisions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Patterns in large data that a person would simply never spot.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DOWNSIDE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you must plan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None of these are reasons to avoid AI. They are reasons to use it with a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Invents facts, names and figures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Sounds completely confident while wrong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Always verify before you use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the bias in its training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 quietly treat groups unfairly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real legal and reputation risk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leakage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Staff paste confidential data into public tools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That data may be stored or reused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a clear company policy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Over-reliance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Skills fade when nobody checks the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Copy-paste answers with no thought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a human accountable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today's AI genuinely cannot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Knowing the limits is what separates confident users from careless 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real understanding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matches patterns in language. It does not know what the words mean.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common sense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can pass a professional exam and then fail a question a child would get right.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Knowledge has a cut-off date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Unless it is connected to live search, it does not know recent events.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Weak at exact maths and logic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predicts likely text, so it can get simple arithmetic wrong.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Cannot explain itself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usually cannot show why it produced a particular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cannot be responsible. A person always has to be.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USING IT WELL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simple four-step habit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Pick the right 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Drafting, summarising, explaining - not final decisions.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Give clear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the role, the goal, the audience and the format.</a:t>
            </a:r>
          </a:p>
        </p:txBody>
      </p:sp>
      <p:sp>
        <p:nvSpPr>
          <p:cNvPr id="19" name="Oval 18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Check the 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 every fact, figure, name and quote.</a:t>
            </a:r>
          </a:p>
        </p:txBody>
      </p:sp>
      <p:sp>
        <p:nvSpPr>
          <p:cNvPr id="24" name="Oval 23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the human in charge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signs off and owns the result.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Treat AI as a fast junior colleague: helpful, quick, and always reviewed before anything goes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69160" y="502920"/>
            <a:ext cx="1736734" cy="8778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032" y="621792"/>
            <a:ext cx="1498991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SOMETHING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will not replace you. A person using AI well might.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The skill is no longer doing the task. It is directing the tool and judging the result.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1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learns from data instead of following written rules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That is the one difference that explains everything else.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Everything in use today is narrow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Excellent at one job, useless outside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AI forecasts, Generative AI creates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jobs. Strongest when used together.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benefits are speed, cost, scale and consistency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Which is why adoption is moving so fast.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risks are real but manageable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Hallucination, bias, data leakage and over-reliance.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human stays accountable for the output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Verify, then approve. Always.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2: the platforms, tools and prompt-writing skills that turn these ideas into daily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tasks in your own work are drafting rather than deciding?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Where would a wrong AI answer cost you the most?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should your team never paste into a public AI tool?</a:t>
            </a:r>
          </a:p>
        </p:txBody>
      </p:sp>
      <p:sp>
        <p:nvSpPr>
          <p:cNvPr id="10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— Introduction of AI and Gen AI</dc:title>
  <dc:subject>Artificial Intelligence &amp; Generative AI</dc:subject>
  <dc:creator>Lingesh K (OSI2509030)</dc:creator>
  <cp:keywords/>
  <dc:description>PGPM · Systems Specialisation · Unit 1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