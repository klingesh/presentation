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unit that connects theory to the workplace. Keep asking the class: which of these happens in your company today?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cases exist of hiring tools quietly down-ranking women because past hires were mostly men. The tool was working exactly as trained. That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7406640" cy="880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Across the Business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203419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514315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Where AI creates real value in marketing, finance, HR and operations - and what AI agents change about how work gets done.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97412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Marketing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34830" y="4882896"/>
            <a:ext cx="81517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Finance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8024" y="4882896"/>
            <a:ext cx="55522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HR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61266" y="4882896"/>
            <a:ext cx="100964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Operations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98929" y="4882896"/>
            <a:ext cx="93825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AI 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0783" y="587044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Unit 3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Function by function, then the technology that ties it together.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AI pays off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four questions that spot a good use case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Marketing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Targeting, content and campaign decisions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Finance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Forecasting, fraud, reporting and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HR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onboarding, engagement and retention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Operations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Demand, supply chain, quality and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AI agent?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step beyond a chat assistant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agents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 kinds, from simple rules to teams of agents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an agent works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six-step loop behind every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Where AI Actually Pays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Not every problem needs AI. Some are perfect for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good AI use case usually has all four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Fail any one of these and a spreadsheet or a clear process is the better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repeats often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Hundreds or thousands of times a month. Rare tasks are not worth automating.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There is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History exists in a system already - not only in people's heads.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Rules are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Judgement is involved, so a simple 'if this then that' rule does not work.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499" y="3479313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Mistakes are survivable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499" y="4129871"/>
            <a:ext cx="1950643" cy="85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wrong answer can be caught and corrected before it does damage.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VALUE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creates value in four 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 business case eventually lands in one of these buckets.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Save time - the work gets done faster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Cut cost - fewer hours for the same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Grow revenue - better targeting and pricing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Reduce risk - catch problems earlier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00389" y="1783152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00389" y="1783152"/>
            <a:ext cx="45720" cy="944099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4709" y="1979852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Save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4709" y="2306031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Draft, summarise and sort work that used to be manual.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00389" y="2891844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00389" y="2891844"/>
            <a:ext cx="45720" cy="94409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74709" y="308854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Cut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709" y="341472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Handle routine volume without adding headcount.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00389" y="4000536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00389" y="4000536"/>
            <a:ext cx="45720" cy="94409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4709" y="419723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Grow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709" y="452341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Right offer, right customer, right moment.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00389" y="5109228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00389" y="5109228"/>
            <a:ext cx="45720" cy="944099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74709" y="5305928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Reduce risk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4709" y="5632107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Spot fraud, defects and churn before they land.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function where adoption started, and moved fastest.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things marketing teams use AI for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segments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Groups customers by real behaviour instead of broad age and location buckets.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Content at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First drafts of ads, emails, posts and product descriptions in every variant.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Personalisation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Different message and offer for each segment, automatically.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Send-time and channel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when and where each customer is most likely to respond.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Lead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Ranks enquiries so sales calls the most promising ones first.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Campaign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Explains which channel actually drove the result, not just the last click.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MARKETING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good looks like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Same team, more output, better targeting.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656385"/>
            <a:ext cx="2942234" cy="632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Days to hours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" y="3329456"/>
            <a:ext cx="38404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Campaign production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 copy and creative variants are ready the same day the brief lands.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6986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4730" y="2637319"/>
            <a:ext cx="2942234" cy="6710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1-to-1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4730" y="3329456"/>
            <a:ext cx="38404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4730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Personalisation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4730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 customer can get a relevant message, not one mass email.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0740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2725022"/>
            <a:ext cx="2942234" cy="49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Fewer wasted calls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8484" y="3329456"/>
            <a:ext cx="38404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8484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Sales efficiency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8484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Lead scoring puts the best prospects at the top of the list.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9205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risk: everyone's marketing starts to sound the same. Brand voice and human editing matter more than ever.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Where accuracy, speed and audit trails all matter.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high-value finance applications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Mostly predictive AI, with Gen AI doing the writing.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Forecasting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revenue, cash flow and cost using history, seasonality and market signals.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Fraud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transactions that break the customer's normal pattern, in real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Credit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Scores applicants on far more signals than a manual review could handle.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Invoice processing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Reads invoices, matches them to purchase orders and routes exceptions.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Reporting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Drafts the narrative around the numbers so analysts review instead of write.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Audit support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Scans every transaction for anomalies rather than checking a sample.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Fraud detection: before and 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094048"/>
            <a:ext cx="1143288" cy="310896"/>
          </a:xfrm>
          <a:prstGeom prst="roundRect">
            <a:avLst>
              <a:gd name="adj" fmla="val 50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RULES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Fixed thresholds written by people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Blocks anything over a set amount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Fraudsters learn the limits and stay under them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Large numbers of false alarms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Every new pattern needs a new rule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Genuine customers get blocked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094048"/>
            <a:ext cx="874351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WITH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Learns each customer's normal behaviour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Compares to that customer's own history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Adapts as new fraud patterns appear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Far fewer false alarms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Learns continuously from outcomes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Still needs a human for the edge cases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does not replace the rules. It handles what the rules cannot describe.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Human Resources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High value, and the highest need for care.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HUMAN RESOURCES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ways HR teams use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Job descriptions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Consistent, inclusive postings drafted in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CV screening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Shortlists against the skills that actually matter for the role.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Interview 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Suggests questions and structures notes so candidates are compared fairly.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Onboarding help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assistant that answers policy questions on day one, at any hour.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Engagement insight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Finds the themes in thousands of open survey comments.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Attrition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teams where people are likely to leave, so managers can act early.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HANDLE WITH 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HR is the highest-risk place to use AI badly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Use AI to widen the funnel and save admin time, not to pick people.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trained on past hiring will copy past hiring bias.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Decisions must be explainable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rejected candidate may be entitled to know the reason.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is deeply personal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Salary, performance and health data need strict access control.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Regulators are watching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 AI is treated as high risk in most new AI laws.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Screen, do not decide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can shortlist. A person must make the final call.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Tell people it is in use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Transparency avoids most of the trust problems later.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quietest wins, and often the biggest.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operational applications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Demand forecasting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what will sell where, so stock sits in the right place.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Inventory planning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Balances holding cost against the cost of running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optimisation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Plans delivery routes around traffic, weight and time windows.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Predictive maintenance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a machine that is about to fail, before it stops the line.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Quality inspection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Cameras spot defects faster and more consistently than tired eyes.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Service automation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Handles routine customer questions and escalates the rest.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ACROSS THE BUSINESS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view of all four functions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19728"/>
          <a:ext cx="10765228" cy="274320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817506"/>
                <a:gridCol w="3355396"/>
                <a:gridCol w="2796163"/>
                <a:gridCol w="2796163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Function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Typical use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benefit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risk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Segments, content, personalisation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Speed and relevance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Generic, off-brand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Finance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Forecasting, fraud, reporting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Accuracy and early warning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Over-trusting a model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HR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Screening, onboarding, retention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Less admin, wider funnel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Bias and legal exposure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Operations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Demand, routes, maintenance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Lower cost, less downtime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Bad data breaks the forecast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" y="4782384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Different functions, same pattern: AI drafts and predicts, people decide and own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782384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From answering questions to getting things done.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 assistant answers. An agent acts.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Same underlying model. Very different amount of autonomy.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4128" y="2506496"/>
            <a:ext cx="1478489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CHAT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do the work, it helps you think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Waits for each instruction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Produces text and nothing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Forgets once the chat closes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Cannot touch other systems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carry out every step yourself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62191" y="2506496"/>
            <a:ext cx="963732" cy="310896"/>
          </a:xfrm>
          <a:prstGeom prst="roundRect">
            <a:avLst>
              <a:gd name="adj" fmla="val 50000"/>
            </a:avLst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AI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set the goal, it works towards 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Given an objective, not a script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Plans the steps by itself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Uses tools: email, search, databases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Checks its own progress and retries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Reports back when the goal is met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An assistant helps you work. An agent does the work and reports back.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types, in order of independence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More independence means more value, and more supervision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Simple reflex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Reacts to what is happening right now. No memory. A thermostat.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6986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7900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61306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1306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Model-based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1306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Keeps an internal picture of the situation, so it can handle what it cannot directly see.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0740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1655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35060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5060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5060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Goal-based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5060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Given an outcome, it plans a route to reach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7552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Utility-based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Weighs trade-offs and picks the best option, not just a valid one.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86986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61306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1306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1306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1306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Improves from feedback and results over time.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60740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335060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35060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5060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Multi-agent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5060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Several specialist agents working together with a coordinator.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six-step loop inside every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34134" y="2534883"/>
            <a:ext cx="9123426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96390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sets the objective and the limits.</a:t>
            </a:r>
          </a:p>
        </p:txBody>
      </p:sp>
      <p:sp>
        <p:nvSpPr>
          <p:cNvPr id="15" name="Oval 14"/>
          <p:cNvSpPr/>
          <p:nvPr/>
        </p:nvSpPr>
        <p:spPr>
          <a:xfrm>
            <a:off x="3121075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7917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7917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2509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2509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breaks the goal into ordered steps.</a:t>
            </a:r>
          </a:p>
        </p:txBody>
      </p:sp>
      <p:sp>
        <p:nvSpPr>
          <p:cNvPr id="20" name="Oval 19"/>
          <p:cNvSpPr/>
          <p:nvPr/>
        </p:nvSpPr>
        <p:spPr>
          <a:xfrm>
            <a:off x="4945761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260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6260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719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719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uses tools - search, email, systems, code.</a:t>
            </a:r>
          </a:p>
        </p:txBody>
      </p:sp>
      <p:sp>
        <p:nvSpPr>
          <p:cNvPr id="25" name="Oval 24"/>
          <p:cNvSpPr/>
          <p:nvPr/>
        </p:nvSpPr>
        <p:spPr>
          <a:xfrm>
            <a:off x="6770446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87287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1879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1879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reads the result of what it just did.</a:t>
            </a:r>
          </a:p>
        </p:txBody>
      </p:sp>
      <p:sp>
        <p:nvSpPr>
          <p:cNvPr id="30" name="Oval 29"/>
          <p:cNvSpPr/>
          <p:nvPr/>
        </p:nvSpPr>
        <p:spPr>
          <a:xfrm>
            <a:off x="8595131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197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1197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656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Adjust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656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a step failed, it retries or changes approach.</a:t>
            </a:r>
          </a:p>
        </p:txBody>
      </p:sp>
      <p:sp>
        <p:nvSpPr>
          <p:cNvPr id="35" name="Oval 34"/>
          <p:cNvSpPr/>
          <p:nvPr/>
        </p:nvSpPr>
        <p:spPr>
          <a:xfrm>
            <a:off x="10419816" y="2308112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36658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36658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01250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1250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hands back the outcome for human sign-off.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loop is what makes it an agent. Plan, act, check, adjust - repeat until done.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support agent, end to 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goal, six steps, one human check at the 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Goal: resolve this refund request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Reads the ticket and finds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Checks the refund policy and the delivery 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Drafts the reply and prepares the refund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Escalates to a person if the amount is large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89905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89322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Logs everything for the audit trail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gain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Routine tickets close in minutes, at any hour.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keep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judgement calls, exceptions and the relationship.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you must add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Clear limits, an audit log and an easy way to escalate.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BEFORE YOU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guardrails every agent needs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Autonomy without guardrails is how pilots turn into incidents.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Clear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Define what it may never do alone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Cap the value it can approve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Restrict which systems it can reach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checkpoints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Approval before anything irreversible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named owner for every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obvious way to stop 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 logging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Record every action and decision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Keep it reviewable and auditable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Know why it did what it did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Start small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 narrow task, low risk, first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quality before widening scope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Expand only when it has earned trust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3 in six lines.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435851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Good use cases repeat, have data, need judgement and tolerate error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Check all four before you invest.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9344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gains speed and relevance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Segments, content and personalisation at scale.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Finance gains accuracy and early warning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Forecasting, fraud, invoices and reporting.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HR gains time but carries the most risk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Screen and support. Never let AI make the final call.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Operations gains cost and uptime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Demand, routes, maintenance and quality.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Agents act, so they need guardrails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Limits, human checkpoints, logging, and a small start.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03  ·  BUSINESS APPLICATION IN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4: privacy, security, regulation and what happens when AI starts influencing real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function in your organisation would gain the most, fastest?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decision would you never hand to an agent?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data would you need before any of this could work?</a:t>
            </a:r>
          </a:p>
        </p:txBody>
      </p:sp>
      <p:sp>
        <p:nvSpPr>
          <p:cNvPr id="11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  <a:r>
              <a:rPr sz="1000" b="0" i="0">
                <a:solidFill>
                  <a:srgbClr val="4A5E86"/>
                </a:solidFill>
                <a:latin typeface="Segoe UI"/>
                <a:ea typeface="Segoe UI"/>
                <a:cs typeface="Segoe UI"/>
              </a:rPr>
              <a:t>   ·   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3 — Business Application in AI</dc:title>
  <dc:subject>Artificial Intelligence &amp; Generative AI</dc:subject>
  <dc:creator>Lingesh K (OSI2509030)</dc:creator>
  <cp:keywords/>
  <dc:description>PGPM · Systems Specialisation · Unit 3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